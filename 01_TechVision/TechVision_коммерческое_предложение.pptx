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workspace_192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CE7F5"/>
                </a:solidFill>
                <a:latin typeface="Aptos Display"/>
              </a:rPr>
              <a:t>01 / TECHVISION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66928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6F7F9"/>
                </a:solidFill>
                <a:latin typeface="Aptos Display"/>
              </a:rPr>
              <a:t>Цифровые решения для бизнеса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07791"/>
            <a:ext cx="54406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7BEC8"/>
                </a:solidFill>
                <a:latin typeface="Aptos Display"/>
              </a:rPr>
              <a:t>Коммерческое предложение для компаний, которым нужен понятный путь от идеи до работающего продукта.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ffice-glass_96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49240" y="0"/>
            <a:ext cx="1188720" cy="68580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A7079"/>
                </a:solidFill>
                <a:latin typeface="Aptos Display"/>
              </a:rPr>
              <a:t>02 / О КОМПАНИИ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07492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21417"/>
                </a:solidFill>
                <a:latin typeface="Aptos Display"/>
              </a:rPr>
              <a:t>Запускаем цифровые продукты быстрее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07791"/>
            <a:ext cx="48463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963"/>
                </a:solidFill>
                <a:latin typeface="Aptos Display"/>
              </a:rPr>
              <a:t>TechVision проектирует, разрабатывает и внедряет веб-сервисы, корпоративные платформы и аналитические инструменты.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617720"/>
            <a:ext cx="14173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782312"/>
            <a:ext cx="108813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202936"/>
            <a:ext cx="108813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764024"/>
            <a:ext cx="1051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417"/>
                </a:solidFill>
                <a:latin typeface="Aptos Display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276088"/>
            <a:ext cx="106070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525963"/>
                </a:solidFill>
                <a:latin typeface="Aptos Display"/>
              </a:rPr>
              <a:t>лет на рынке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8" y="4617720"/>
            <a:ext cx="14173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4782312"/>
            <a:ext cx="108813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5202936"/>
            <a:ext cx="108813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764024"/>
            <a:ext cx="1051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417"/>
                </a:solidFill>
                <a:latin typeface="Aptos Display"/>
              </a:rPr>
              <a:t>80+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276088"/>
            <a:ext cx="106070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525963"/>
                </a:solidFill>
                <a:latin typeface="Aptos Display"/>
              </a:rPr>
              <a:t>проектов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4617720"/>
            <a:ext cx="141732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4782312"/>
            <a:ext cx="108813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202936"/>
            <a:ext cx="108813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764024"/>
            <a:ext cx="1051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417"/>
                </a:solidFill>
                <a:latin typeface="Aptos Display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276088"/>
            <a:ext cx="106070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525963"/>
                </a:solidFill>
                <a:latin typeface="Aptos Display"/>
              </a:rPr>
              <a:t>отраслей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-screen_192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CE7F5"/>
                </a:solidFill>
                <a:latin typeface="Aptos Display"/>
              </a:rPr>
              <a:t>03 /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66928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6F7F9"/>
                </a:solidFill>
                <a:latin typeface="Aptos Display"/>
              </a:rPr>
              <a:t>Технологии не должны тормозить рост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07791"/>
            <a:ext cx="54406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7BEC8"/>
                </a:solidFill>
                <a:latin typeface="Aptos Display"/>
              </a:rPr>
              <a:t>Убираем узкие места, которые замедляют продажи, операции и клиентский опыт.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572768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5472" y="1737360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Ручные процессы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2157984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Команда тратит время на повторяющиеся операции.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688336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852928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Разрозненные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3273552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Информация не помогает принимать решения.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803904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3968496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Сложный клиентский путь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4389120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Пользователи уходят там, где продукт должен продавать.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oduct-screen_96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78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40680" y="0"/>
            <a:ext cx="1097280" cy="68580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A7079"/>
                </a:solidFill>
                <a:latin typeface="Aptos Display"/>
              </a:rPr>
              <a:t>04 /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371600"/>
            <a:ext cx="507492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21417"/>
                </a:solidFill>
                <a:latin typeface="Aptos Display"/>
              </a:rPr>
              <a:t>Собираем систему вокруг бизнес-целей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4807" y="2907791"/>
            <a:ext cx="48463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963"/>
                </a:solidFill>
                <a:latin typeface="Aptos Display"/>
              </a:rPr>
              <a:t>Соединяем стратегию, UX, разработку и аналитику в один управляемый процесс.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3977639"/>
            <a:ext cx="4434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4142231"/>
            <a:ext cx="41056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Структура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4562855"/>
            <a:ext cx="4105655" cy="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Продуктовая логика до визуала и разработки.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782312"/>
            <a:ext cx="4434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4946903"/>
            <a:ext cx="41056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Интерфейс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67527"/>
            <a:ext cx="4105655" cy="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Дизайн, который помогает двигаться дальше.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586983"/>
            <a:ext cx="4434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5751575"/>
            <a:ext cx="41056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Запуск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6172199"/>
            <a:ext cx="4105655" cy="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Рабочая система, готовая к развитию.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laptop_96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49240" y="0"/>
            <a:ext cx="1188720" cy="68580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A7079"/>
                </a:solidFill>
                <a:latin typeface="Aptos Display"/>
              </a:rPr>
              <a:t>05 / УСЛУГИ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07492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21417"/>
                </a:solidFill>
                <a:latin typeface="Aptos Display"/>
              </a:rPr>
              <a:t>Что мы можем сделать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07791"/>
            <a:ext cx="48463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963"/>
                </a:solidFill>
                <a:latin typeface="Aptos Display"/>
              </a:rPr>
              <a:t>От первого MVP до корпоративной платформы с интеграциями и аналитикой.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49039"/>
            <a:ext cx="2084831" cy="8595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913631"/>
            <a:ext cx="175564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Корпоративные порталы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334255"/>
            <a:ext cx="1755648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Сайты, платформы и личные кабинеты.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7" y="3749039"/>
            <a:ext cx="2084831" cy="8595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3913631"/>
            <a:ext cx="175564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CRM и внутренние системы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79" y="4334255"/>
            <a:ext cx="1755648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Инструменты для продаж и операций.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64608"/>
            <a:ext cx="2084831" cy="8595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5029200"/>
            <a:ext cx="175564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Дашборды и аналитика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449824"/>
            <a:ext cx="1755648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Понятные данные для решений.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0087" y="4864608"/>
            <a:ext cx="2084831" cy="8595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79" y="5029200"/>
            <a:ext cx="175564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MVP и интеграции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79" y="5449824"/>
            <a:ext cx="1755648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Быстрый запуск новых продуктов.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-device_192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CE7F5"/>
                </a:solidFill>
                <a:latin typeface="Aptos Display"/>
              </a:rPr>
              <a:t>06 / ПРЕИМУЩЕСТВА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66928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6F7F9"/>
                </a:solidFill>
                <a:latin typeface="Aptos Display"/>
              </a:rPr>
              <a:t>Не просто разработка. Управляемый результат.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07791"/>
            <a:ext cx="54406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7BEC8"/>
                </a:solidFill>
                <a:latin typeface="Aptos Display"/>
              </a:rPr>
              <a:t>Делаем процесс прозрачным, а продукт готовым к росту после запуска.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572768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5472" y="1737360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Прозрачные этапы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2157984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Сроки, контрольные точки и ответственность.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688336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852928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Продуктовая экспертиза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3273552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Смотрим на бизнес-результат.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803904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3968496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Сильный дизайн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4389120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Интерфейс помогает продавать.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192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CE7F5"/>
                </a:solidFill>
                <a:latin typeface="Aptos Display"/>
              </a:rPr>
              <a:t>07 / КЕЙСЫ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66928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6F7F9"/>
                </a:solidFill>
                <a:latin typeface="Aptos Display"/>
              </a:rPr>
              <a:t>Дизайн и технологии работают на бизнес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07791"/>
            <a:ext cx="54406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7BEC8"/>
                </a:solidFill>
                <a:latin typeface="Aptos Display"/>
              </a:rPr>
              <a:t>Каждый проект связываем с измеримым эффектом для клиента.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572768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5472" y="1737360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B2B-портал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2157984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Минус 35% ручных операций.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688336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852928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Личный кабинет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3273552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Плюс 22% к повторным оплатам.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803904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3968496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Аналитический дашборд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4389120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Отчёты за минуты вместо часов.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workspace_192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CE7F5"/>
                </a:solidFill>
                <a:latin typeface="Aptos Display"/>
              </a:rPr>
              <a:t>08 / ПРОЦЕСС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66928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6F7F9"/>
                </a:solidFill>
                <a:latin typeface="Aptos Display"/>
              </a:rPr>
              <a:t>Понятный путь от первой встречи до запуска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07791"/>
            <a:ext cx="54406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7BEC8"/>
                </a:solidFill>
                <a:latin typeface="Aptos Display"/>
              </a:rPr>
              <a:t>У проекта есть логика, поэтому клиент видит движение и результат.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98448"/>
            <a:ext cx="1993392" cy="11430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5431" y="1463039"/>
            <a:ext cx="166420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1 Диагностика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1" y="1883664"/>
            <a:ext cx="1664208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Формулируем задачу и критерии успеха.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2832" y="1298448"/>
            <a:ext cx="1993392" cy="11430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1463039"/>
            <a:ext cx="166420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2 Концепция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1883664"/>
            <a:ext cx="1664208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Определяем структуру и ключевые сценарии.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743200"/>
            <a:ext cx="1993392" cy="11430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1" y="2907792"/>
            <a:ext cx="166420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3 Дизайн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1" y="3328416"/>
            <a:ext cx="1664208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Создаём UX/UI-прототип.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2743200"/>
            <a:ext cx="1993392" cy="11430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2907792"/>
            <a:ext cx="166420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4 Запуск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3328416"/>
            <a:ext cx="1664208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Разрабатываем, тестируем и поддерживаем.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-work_96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78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40680" y="0"/>
            <a:ext cx="1097280" cy="6858000"/>
          </a:xfrm>
          <a:prstGeom prst="rect">
            <a:avLst/>
          </a:prstGeom>
          <a:solidFill>
            <a:srgbClr val="F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A7079"/>
                </a:solidFill>
                <a:latin typeface="Aptos Display"/>
              </a:rPr>
              <a:t>09 / ФОРМАТЫ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371600"/>
            <a:ext cx="507492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21417"/>
                </a:solidFill>
                <a:latin typeface="Aptos Display"/>
              </a:rPr>
              <a:t>Выберите формат под вашу задачу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4807" y="2907791"/>
            <a:ext cx="48463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25963"/>
                </a:solidFill>
                <a:latin typeface="Aptos Display"/>
              </a:rPr>
              <a:t>Можно начать с концепции, MVP или развития существующего продукта.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3977639"/>
            <a:ext cx="4434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4142231"/>
            <a:ext cx="41056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4562855"/>
            <a:ext cx="4105655" cy="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Аудит, концепция и дорожная карта.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782312"/>
            <a:ext cx="4434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4946903"/>
            <a:ext cx="41056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67527"/>
            <a:ext cx="4105655" cy="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Дизайн и разработка MVP.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586983"/>
            <a:ext cx="44348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5751575"/>
            <a:ext cx="4105655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417"/>
                </a:solidFill>
                <a:latin typeface="Aptos Display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6172199"/>
            <a:ext cx="4105655" cy="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963"/>
                </a:solidFill>
                <a:latin typeface="Aptos Display"/>
              </a:rPr>
              <a:t>Развитие, интеграции и аналитика.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1920x1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DCE7F5"/>
                </a:solidFill>
                <a:latin typeface="Aptos Display"/>
              </a:rPr>
              <a:t>10 / КОНТАКТЫ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66928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6F7F9"/>
                </a:solidFill>
                <a:latin typeface="Aptos Display"/>
              </a:rPr>
              <a:t>Готовы обсудить ваш цифровой продукт?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907791"/>
            <a:ext cx="54406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7BEC8"/>
                </a:solidFill>
                <a:latin typeface="Aptos Display"/>
              </a:rPr>
              <a:t>Расскажите о задаче, и мы предложим оптимальный план запуска.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325880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5472" y="1490472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hello@techvision.studio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1911095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Почта для запроса коммерческого предложения.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441448"/>
            <a:ext cx="4069080" cy="914400"/>
          </a:xfrm>
          <a:prstGeom prst="roundRect">
            <a:avLst/>
          </a:prstGeom>
          <a:solidFill>
            <a:srgbClr val="070A0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606040"/>
            <a:ext cx="3739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6F7F9"/>
                </a:solidFill>
                <a:latin typeface="Aptos Display"/>
              </a:rPr>
              <a:t>techvision.studio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3026664"/>
            <a:ext cx="37398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B7BEC8"/>
                </a:solidFill>
                <a:latin typeface="Aptos Display"/>
              </a:rPr>
              <a:t>Сайт компании и примеры проектов.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